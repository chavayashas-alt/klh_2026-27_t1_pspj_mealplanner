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800"/>
            </a:pPr>
            <a:r>
              <a:t>WEEKLY MEAL PLANNER AND GROCERY GENERATOR</a:t>
            </a:r>
          </a:p>
          <a:p>
            <a:pPr>
              <a:spcAft>
                <a:spcPts val="800"/>
              </a:spcAft>
              <a:defRPr sz="2800"/>
            </a:pPr>
            <a:r>
              <a:t>Team No: __________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Student Name – Roll No</a:t>
            </a:r>
          </a:p>
          <a:p>
            <a:pPr>
              <a:spcAft>
                <a:spcPts val="800"/>
              </a:spcAft>
              <a:defRPr sz="2000"/>
            </a:pPr>
            <a:r>
              <a:t>Student Name – Roll No</a:t>
            </a:r>
          </a:p>
          <a:p>
            <a:pPr>
              <a:spcAft>
                <a:spcPts val="800"/>
              </a:spcAft>
              <a:defRPr sz="2000"/>
            </a:pPr>
            <a:r>
              <a:t>Student Name – Roll No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23-09-2026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• This project helps users plan meals for an entire week.</a:t>
            </a:r>
            <a:endParaRPr lang="en-IN"/>
          </a:p>
          <a:p>
            <a:pPr>
              <a:spcAft>
                <a:spcPts val="800"/>
              </a:spcAft>
              <a:defRPr sz="1900"/>
            </a:pPr>
            <a:r>
              <a:t>• Users can organize breakfast, lunch, dinner and snacks.</a:t>
            </a:r>
          </a:p>
          <a:p>
            <a:pPr>
              <a:spcAft>
                <a:spcPts val="800"/>
              </a:spcAft>
              <a:defRPr sz="1900"/>
            </a:pPr>
            <a:r>
              <a:t>• Based on the planned meals, the system creates a grocery list.</a:t>
            </a:r>
          </a:p>
          <a:p>
            <a:pPr>
              <a:spcAft>
                <a:spcPts val="800"/>
              </a:spcAft>
              <a:defRPr sz="1900"/>
            </a:pPr>
            <a:r>
              <a:t>• It reduces the time needed for meal planning and shopping.</a:t>
            </a:r>
          </a:p>
          <a:p>
            <a:pPr>
              <a:spcAft>
                <a:spcPts val="800"/>
              </a:spcAft>
              <a:defRPr sz="1900"/>
            </a:pPr>
            <a:r>
              <a:t>• The goal is to make weekly food planning simple and organized.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23-09-2026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Problem Statement:</a:t>
            </a:r>
            <a:endParaRPr lang="en-IN"/>
          </a:p>
          <a:p>
            <a:pPr>
              <a:spcAft>
                <a:spcPts val="800"/>
              </a:spcAft>
              <a:defRPr sz="1800"/>
            </a:pPr>
            <a:r>
              <a:t>• Planning meals every day can take a lot of time.</a:t>
            </a:r>
          </a:p>
          <a:p>
            <a:pPr>
              <a:spcAft>
                <a:spcPts val="800"/>
              </a:spcAft>
              <a:defRPr sz="1800"/>
            </a:pPr>
            <a:r>
              <a:t>• People may forget ingredients while shopping.</a:t>
            </a:r>
          </a:p>
          <a:p>
            <a:pPr>
              <a:spcAft>
                <a:spcPts val="800"/>
              </a:spcAft>
              <a:defRPr sz="1800"/>
            </a:pPr>
            <a:r>
              <a:t>• Buying unnecessary items can lead to food waste.</a:t>
            </a:r>
          </a:p>
          <a:p>
            <a:pPr>
              <a:spcAft>
                <a:spcPts val="800"/>
              </a:spcAft>
              <a:defRPr sz="1800"/>
            </a:pPr>
            <a:r>
              <a:t>• Preparing a weekly plan manually is difficult to maintain.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Proposed Solution:</a:t>
            </a:r>
          </a:p>
          <a:p>
            <a:pPr>
              <a:spcAft>
                <a:spcPts val="800"/>
              </a:spcAft>
              <a:defRPr sz="1800"/>
            </a:pPr>
            <a:r>
              <a:t>• Create a simple weekly meal planner.</a:t>
            </a:r>
          </a:p>
          <a:p>
            <a:pPr>
              <a:spcAft>
                <a:spcPts val="800"/>
              </a:spcAft>
              <a:defRPr sz="1800"/>
            </a:pPr>
            <a:r>
              <a:t>• Generate a grocery list from the selected meals.</a:t>
            </a:r>
          </a:p>
          <a:p>
            <a:pPr>
              <a:spcAft>
                <a:spcPts val="800"/>
              </a:spcAft>
              <a:defRPr sz="1800"/>
            </a:pPr>
            <a:r>
              <a:t>• Keep meals and required ingredients organized in one place.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23-09-2026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CO 1 – Problem Understanding and Requirements</a:t>
            </a:r>
            <a:endParaRPr lang="en-IN"/>
          </a:p>
          <a:p>
            <a:pPr>
              <a:spcAft>
                <a:spcPts val="800"/>
              </a:spcAft>
              <a:defRPr sz="1900"/>
            </a:pPr>
          </a:p>
          <a:p>
            <a:pPr>
              <a:spcAft>
                <a:spcPts val="800"/>
              </a:spcAft>
              <a:defRPr sz="1900"/>
            </a:pPr>
            <a:r>
              <a:t>• Identify the main problem in weekly meal planning.</a:t>
            </a:r>
          </a:p>
          <a:p>
            <a:pPr>
              <a:spcAft>
                <a:spcPts val="800"/>
              </a:spcAft>
              <a:defRPr sz="1900"/>
            </a:pPr>
            <a:r>
              <a:t>• Identify the needs of the users.</a:t>
            </a:r>
          </a:p>
          <a:p>
            <a:pPr>
              <a:spcAft>
                <a:spcPts val="800"/>
              </a:spcAft>
              <a:defRPr sz="1900"/>
            </a:pPr>
            <a:r>
              <a:t>• Define inputs such as meals and ingredients.</a:t>
            </a:r>
          </a:p>
          <a:p>
            <a:pPr>
              <a:spcAft>
                <a:spcPts val="800"/>
              </a:spcAft>
              <a:defRPr sz="1900"/>
            </a:pPr>
            <a:r>
              <a:t>• Define outputs such as weekly meal plans and grocery lists.</a:t>
            </a:r>
          </a:p>
          <a:p>
            <a:pPr>
              <a:spcAft>
                <a:spcPts val="800"/>
              </a:spcAft>
              <a:defRPr sz="1900"/>
            </a:pPr>
            <a:r>
              <a:t>• List the main features of the system.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23-09-2026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CO 2 – System Design</a:t>
            </a:r>
            <a:endParaRPr lang="en-IN"/>
          </a:p>
          <a:p>
            <a:pPr>
              <a:spcAft>
                <a:spcPts val="800"/>
              </a:spcAft>
              <a:defRPr sz="1900"/>
            </a:pPr>
          </a:p>
          <a:p>
            <a:pPr>
              <a:spcAft>
                <a:spcPts val="800"/>
              </a:spcAft>
              <a:defRPr sz="1900"/>
            </a:pPr>
            <a:r>
              <a:t>• Design the weekly meal planning flow.</a:t>
            </a:r>
          </a:p>
          <a:p>
            <a:pPr>
              <a:spcAft>
                <a:spcPts val="800"/>
              </a:spcAft>
              <a:defRPr sz="1900"/>
            </a:pPr>
            <a:r>
              <a:t>• Allow users to select or enter meals.</a:t>
            </a:r>
          </a:p>
          <a:p>
            <a:pPr>
              <a:spcAft>
                <a:spcPts val="800"/>
              </a:spcAft>
              <a:defRPr sz="1900"/>
            </a:pPr>
            <a:r>
              <a:t>• Connect each meal with its required ingredients.</a:t>
            </a:r>
          </a:p>
          <a:p>
            <a:pPr>
              <a:spcAft>
                <a:spcPts val="800"/>
              </a:spcAft>
              <a:defRPr sz="1900"/>
            </a:pPr>
            <a:r>
              <a:t>• Combine ingredients from all planned meals.</a:t>
            </a:r>
          </a:p>
          <a:p>
            <a:pPr>
              <a:spcAft>
                <a:spcPts val="800"/>
              </a:spcAft>
              <a:defRPr sz="1900"/>
            </a:pPr>
            <a:r>
              <a:t>• Organize the final grocery list in a simple format.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23-09-2026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CO 3 – Implementation and Testing</a:t>
            </a:r>
            <a:endParaRPr lang="en-IN"/>
          </a:p>
          <a:p>
            <a:pPr>
              <a:spcAft>
                <a:spcPts val="800"/>
              </a:spcAft>
              <a:defRPr sz="1900"/>
            </a:pPr>
          </a:p>
          <a:p>
            <a:pPr>
              <a:spcAft>
                <a:spcPts val="800"/>
              </a:spcAft>
              <a:defRPr sz="1900"/>
            </a:pPr>
            <a:r>
              <a:t>• Implement the meal planning features.</a:t>
            </a:r>
          </a:p>
          <a:p>
            <a:pPr>
              <a:spcAft>
                <a:spcPts val="800"/>
              </a:spcAft>
              <a:defRPr sz="1900"/>
            </a:pPr>
            <a:r>
              <a:t>• Implement grocery list generation.</a:t>
            </a:r>
          </a:p>
          <a:p>
            <a:pPr>
              <a:spcAft>
                <a:spcPts val="800"/>
              </a:spcAft>
              <a:defRPr sz="1900"/>
            </a:pPr>
            <a:r>
              <a:t>• Test different weekly meal combinations.</a:t>
            </a:r>
          </a:p>
          <a:p>
            <a:pPr>
              <a:spcAft>
                <a:spcPts val="800"/>
              </a:spcAft>
              <a:defRPr sz="1900"/>
            </a:pPr>
            <a:r>
              <a:t>• Check whether all required ingredients are included.</a:t>
            </a:r>
          </a:p>
          <a:p>
            <a:pPr>
              <a:spcAft>
                <a:spcPts val="800"/>
              </a:spcAft>
              <a:defRPr sz="1900"/>
            </a:pPr>
            <a:r>
              <a:t>• Fix errors and improve the user experience.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23-09-2026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Project Proof / Links</a:t>
            </a:r>
            <a:endParaRPr lang="en-IN"/>
          </a:p>
          <a:p>
            <a:pPr>
              <a:spcAft>
                <a:spcPts val="800"/>
              </a:spcAft>
              <a:defRPr sz="1900"/>
            </a:pPr>
          </a:p>
          <a:p>
            <a:pPr>
              <a:spcAft>
                <a:spcPts val="800"/>
              </a:spcAft>
              <a:defRPr sz="1900"/>
            </a:pPr>
            <a:r>
              <a:t>Geo-Tag Photo:</a:t>
            </a:r>
          </a:p>
          <a:p>
            <a:pPr>
              <a:spcAft>
                <a:spcPts val="800"/>
              </a:spcAft>
              <a:defRPr sz="1900"/>
            </a:pPr>
            <a:r>
              <a:t>• Add a photo showing the project work/demo with location information.</a:t>
            </a:r>
          </a:p>
          <a:p>
            <a:pPr>
              <a:spcAft>
                <a:spcPts val="800"/>
              </a:spcAft>
              <a:defRPr sz="1900"/>
            </a:pPr>
          </a:p>
          <a:p>
            <a:pPr>
              <a:spcAft>
                <a:spcPts val="800"/>
              </a:spcAft>
              <a:defRPr sz="1900"/>
            </a:pPr>
            <a:r>
              <a:t>GitHub Link:</a:t>
            </a:r>
          </a:p>
          <a:p>
            <a:pPr>
              <a:spcAft>
                <a:spcPts val="800"/>
              </a:spcAft>
              <a:defRPr sz="1900"/>
            </a:pPr>
            <a:r>
              <a:t>• Add your team's GitHub repository link here.</a:t>
            </a:r>
          </a:p>
          <a:p>
            <a:pPr>
              <a:spcAft>
                <a:spcPts val="800"/>
              </a:spcAft>
              <a:defRPr sz="1900"/>
            </a:pPr>
          </a:p>
          <a:p>
            <a:pPr>
              <a:spcAft>
                <a:spcPts val="800"/>
              </a:spcAft>
              <a:defRPr sz="1900"/>
            </a:pPr>
            <a:r>
              <a:t>Project Demo:</a:t>
            </a:r>
          </a:p>
          <a:p>
            <a:pPr>
              <a:spcAft>
                <a:spcPts val="800"/>
              </a:spcAft>
              <a:defRPr sz="1900"/>
            </a:pPr>
            <a:r>
              <a:t>• Add screenshots of the weekly meal plan and generated grocery list.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23-09-2026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56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1</cp:revision>
  <dcterms:created xsi:type="dcterms:W3CDTF">2026-09-15T09:57:10Z</dcterms:created>
  <dcterms:modified xsi:type="dcterms:W3CDTF">2026-09-15T10:05:57Z</dcterms:modified>
</cp:coreProperties>
</file>
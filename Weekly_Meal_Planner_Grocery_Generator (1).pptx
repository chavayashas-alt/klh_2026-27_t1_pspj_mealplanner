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08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660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1752" y="301752"/>
            <a:ext cx="11585448" cy="6254496"/>
          </a:xfrm>
          <a:prstGeom prst="rect">
            <a:avLst/>
          </a:prstGeom>
          <a:ln w="6350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3736" y="1737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905488" y="1737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3736" y="65745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5488" y="65745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548640"/>
            <a:ext cx="1463040" cy="1097280"/>
          </a:xfrm>
          <a:prstGeom prst="rect">
            <a:avLst/>
          </a:prstGeom>
          <a:solidFill>
            <a:srgbClr val="000000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76072"/>
            <a:ext cx="1408176" cy="1046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VE">
    <p:bg>
      <p:bgPr>
        <a:solidFill>
          <a:srgbClr val="2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ln w="12700">
            <a:solidFill>
              <a:srgbClr val="D4AF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" y="301752"/>
            <a:ext cx="11585448" cy="6254496"/>
          </a:xfrm>
          <a:prstGeom prst="rect">
            <a:avLst/>
          </a:prstGeom>
          <a:ln w="6350">
            <a:solidFill>
              <a:srgbClr val="7B5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1737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05488" y="1737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65745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05488" y="6574536"/>
            <a:ext cx="109728" cy="109728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411480"/>
            <a:ext cx="1188720" cy="896112"/>
          </a:xfrm>
          <a:prstGeom prst="rect">
            <a:avLst/>
          </a:prstGeom>
          <a:solidFill>
            <a:srgbClr val="000000"/>
          </a:solidFill>
          <a:ln w="9525">
            <a:solidFill>
              <a:srgbClr val="D4AF62"/>
            </a:solidFill>
            <a:prstDash val="solid"/>
          </a:ln>
        </p:spPr>
      </p:sp>
      <p:pic>
        <p:nvPicPr>
          <p:cNvPr id="9" name="Image 0" descr="/home/claude/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438912"/>
            <a:ext cx="1133856" cy="84307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6263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ARCHIVE OF CODE  ·  WEEKLY MEAL PLANNER &amp; GROCERY GENERATOR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ARCHIVE OF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MEAL PLANNER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GROCERY GENERATOR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3108960" y="3429000"/>
            <a:ext cx="5943600" cy="0"/>
          </a:xfrm>
          <a:prstGeom prst="line">
            <a:avLst/>
          </a:prstGeom>
          <a:noFill/>
          <a:ln w="158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89320" y="3337560"/>
            <a:ext cx="182880" cy="18288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Java Project Demonstration  ·  Mapped to CO1 – CO6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08960" y="4137660"/>
            <a:ext cx="5943600" cy="1874520"/>
          </a:xfrm>
          <a:prstGeom prst="rect">
            <a:avLst/>
          </a:prstGeom>
          <a:solidFill>
            <a:srgbClr val="24101F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108960" y="4370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Chava Yashas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2620030034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5166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Chakirala</a:t>
            </a:r>
            <a:r>
              <a:rPr lang="en-US" sz="1600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Praneeth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5166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2620040094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98448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helps users plan meals for a week and prepare a grocery list.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606040" cy="210312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54864" cy="210312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83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choose meals for each day.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01568" y="2606040"/>
            <a:ext cx="2606040" cy="210312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1568" y="2606040"/>
            <a:ext cx="54864" cy="210312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630168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3383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collects the ingredients needed for those meals.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63056" y="2606040"/>
            <a:ext cx="2606040" cy="210312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2606040"/>
            <a:ext cx="54864" cy="210312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91656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3383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repeated ingredients and shows one shopping list.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24544" y="2606040"/>
            <a:ext cx="2606040" cy="210312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24544" y="2606040"/>
            <a:ext cx="54864" cy="210312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153144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3383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saves time, reduces food waste, and makes shopping easier.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solidFill>
            <a:srgbClr val="8A1538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14400" y="5138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4132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meals first, then generate the grocery list automatically.</a:t>
            </a:r>
            <a:endParaRPr lang="en-US" sz="2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93292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193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03520" cy="137160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4864" cy="137160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40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decide meals day by day and may forget ingredients while shopping.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5303520" cy="137160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4864" cy="137160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3502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947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stores meal choices, checks their ingredients, and creates a weekly grocery list.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STEPS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56832" y="2468880"/>
            <a:ext cx="0" cy="2286000"/>
          </a:xfrm>
          <a:prstGeom prst="line">
            <a:avLst/>
          </a:prstGeom>
          <a:noFill/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512064" cy="512064"/>
          </a:xfrm>
          <a:prstGeom prst="ellipse">
            <a:avLst/>
          </a:prstGeom>
          <a:solidFill>
            <a:srgbClr val="D4AF62"/>
          </a:solidFill>
          <a:ln w="9525">
            <a:solidFill>
              <a:srgbClr val="F1E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0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19456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meals for Monday to Sunday.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944368"/>
            <a:ext cx="512064" cy="512064"/>
          </a:xfrm>
          <a:prstGeom prst="ellipse">
            <a:avLst/>
          </a:prstGeom>
          <a:solidFill>
            <a:srgbClr val="D4AF62"/>
          </a:solidFill>
          <a:ln w="9525">
            <a:solidFill>
              <a:srgbClr val="F1E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0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9443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ingredients for each meal.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3694176"/>
            <a:ext cx="512064" cy="512064"/>
          </a:xfrm>
          <a:prstGeom prst="ellipse">
            <a:avLst/>
          </a:prstGeom>
          <a:solidFill>
            <a:srgbClr val="D4AF62"/>
          </a:solidFill>
          <a:ln w="9525">
            <a:solidFill>
              <a:srgbClr val="F1E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0" y="3694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6941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ingredients and count quantities.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4443984"/>
            <a:ext cx="512064" cy="512064"/>
          </a:xfrm>
          <a:prstGeom prst="ellipse">
            <a:avLst/>
          </a:prstGeom>
          <a:solidFill>
            <a:srgbClr val="D4AF62"/>
          </a:solidFill>
          <a:ln w="9525">
            <a:solidFill>
              <a:srgbClr val="F1E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00800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4439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final grocery list.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10881360" cy="868680"/>
          </a:xfrm>
          <a:prstGeom prst="rect">
            <a:avLst/>
          </a:prstGeom>
          <a:solidFill>
            <a:srgbClr val="8A1538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  </a:t>
            </a:r>
            <a:r>
              <a:rPr lang="en-US" sz="1900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weekly plan and an organized shopping list.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0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1  ·  FOUNDATIONS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Fundamentals for Meal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fundamentals help the meal planner store and process information.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store meal names and ingredient details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represent text, numbers and true/false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compare values and combine conditions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can accept meal choices from the user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983480"/>
            <a:ext cx="4937760" cy="114300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54864" cy="114300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5102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949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meal is selected and its ingredients are known, add them to the plan.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1828800"/>
            <a:ext cx="5715000" cy="4297680"/>
          </a:xfrm>
          <a:prstGeom prst="rect">
            <a:avLst/>
          </a:prstGeom>
          <a:solidFill>
            <a:srgbClr val="170A14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5715000" cy="365760"/>
          </a:xfrm>
          <a:prstGeom prst="rect">
            <a:avLst/>
          </a:prstGeom>
          <a:solidFill>
            <a:srgbClr val="66023C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44200" y="1947672"/>
            <a:ext cx="128016" cy="128016"/>
          </a:xfrm>
          <a:prstGeom prst="ellipse">
            <a:avLst/>
          </a:prstGeom>
          <a:solidFill>
            <a:srgbClr val="8A1538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45368" y="1947672"/>
            <a:ext cx="128016" cy="128016"/>
          </a:xfrm>
          <a:prstGeom prst="ellipse">
            <a:avLst/>
          </a:prstGeom>
          <a:solidFill>
            <a:srgbClr val="7B5B45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46536" y="1947672"/>
            <a:ext cx="128016" cy="128016"/>
          </a:xfrm>
          <a:prstGeom prst="ellipse">
            <a:avLst/>
          </a:prstGeom>
          <a:solidFill>
            <a:srgbClr val="D4AF62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080760" y="23317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java.util.Scanner;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MealChoice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mealSelected = true;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ingredientsKnown = true;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(mealSelected &amp;&amp; ingredientsKnown)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"Meal added"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 meal details"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665476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2665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2  ·  CONTROL FLOW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and Repetition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Control-flow statements decide what the program does next.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checks whether a meal choice is valid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repeats the process for seven days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skips an empty meal entry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stops a search when an item is found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983480"/>
            <a:ext cx="4937760" cy="114300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54864" cy="114300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5102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949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day and display its selected meal.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1828800"/>
            <a:ext cx="5715000" cy="4297680"/>
          </a:xfrm>
          <a:prstGeom prst="rect">
            <a:avLst/>
          </a:prstGeom>
          <a:solidFill>
            <a:srgbClr val="170A14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5715000" cy="365760"/>
          </a:xfrm>
          <a:prstGeom prst="rect">
            <a:avLst/>
          </a:prstGeom>
          <a:solidFill>
            <a:srgbClr val="66023C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44200" y="1947672"/>
            <a:ext cx="128016" cy="128016"/>
          </a:xfrm>
          <a:prstGeom prst="ellipse">
            <a:avLst/>
          </a:prstGeom>
          <a:solidFill>
            <a:srgbClr val="8A1538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45368" y="1947672"/>
            <a:ext cx="128016" cy="128016"/>
          </a:xfrm>
          <a:prstGeom prst="ellipse">
            <a:avLst/>
          </a:prstGeom>
          <a:solidFill>
            <a:srgbClr val="7B5B45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46536" y="1947672"/>
            <a:ext cx="128016" cy="128016"/>
          </a:xfrm>
          <a:prstGeom prst="ellipse">
            <a:avLst/>
          </a:prstGeom>
          <a:solidFill>
            <a:srgbClr val="D4AF62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080760" y="23317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WeeklyPlan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days =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"Tue"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"Wed"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"Thu"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"Fri"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"Sat"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"Sun"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0; i &lt; days.length; i++)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days[i] +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choose a meal"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086100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3  ·  ARRAYS &amp; METHODS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Organizing the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array can store the seven days of the week. A method can display the meal plan. This keeps the program organized and avoids repeating the same code.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640080" cy="868680"/>
          </a:xfrm>
          <a:prstGeom prst="rect">
            <a:avLst/>
          </a:prstGeom>
          <a:solidFill>
            <a:srgbClr val="341829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53312" y="3246120"/>
            <a:ext cx="640080" cy="868680"/>
          </a:xfrm>
          <a:prstGeom prst="rect">
            <a:avLst/>
          </a:prstGeom>
          <a:solidFill>
            <a:srgbClr val="341829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353312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66544" y="3246120"/>
            <a:ext cx="640080" cy="868680"/>
          </a:xfrm>
          <a:prstGeom prst="rect">
            <a:avLst/>
          </a:prstGeom>
          <a:solidFill>
            <a:srgbClr val="341829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066544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66544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79776" y="3246120"/>
            <a:ext cx="640080" cy="868680"/>
          </a:xfrm>
          <a:prstGeom prst="rect">
            <a:avLst/>
          </a:prstGeom>
          <a:solidFill>
            <a:srgbClr val="341829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779776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79776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93008" y="3246120"/>
            <a:ext cx="640080" cy="868680"/>
          </a:xfrm>
          <a:prstGeom prst="rect">
            <a:avLst/>
          </a:prstGeom>
          <a:solidFill>
            <a:srgbClr val="341829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493008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3246120"/>
            <a:ext cx="640080" cy="868680"/>
          </a:xfrm>
          <a:prstGeom prst="rect">
            <a:avLst/>
          </a:prstGeom>
          <a:solidFill>
            <a:srgbClr val="341829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206240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9472" y="3246120"/>
            <a:ext cx="640080" cy="868680"/>
          </a:xfrm>
          <a:prstGeom prst="rect">
            <a:avLst/>
          </a:prstGeom>
          <a:solidFill>
            <a:srgbClr val="341829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919472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919472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days[ ]  +  meals[ ]   →   showPlan(days, meals)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4937760" cy="132588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" y="4800600"/>
            <a:ext cx="54864" cy="132588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68680" y="4919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212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- Vegetable Rice;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- Pasta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852160" y="1828800"/>
            <a:ext cx="5715000" cy="4297680"/>
          </a:xfrm>
          <a:prstGeom prst="rect">
            <a:avLst/>
          </a:prstGeom>
          <a:solidFill>
            <a:srgbClr val="170A14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52160" y="1828800"/>
            <a:ext cx="5715000" cy="365760"/>
          </a:xfrm>
          <a:prstGeom prst="rect">
            <a:avLst/>
          </a:prstGeom>
          <a:solidFill>
            <a:srgbClr val="66023C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035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744200" y="1947672"/>
            <a:ext cx="128016" cy="128016"/>
          </a:xfrm>
          <a:prstGeom prst="ellipse">
            <a:avLst/>
          </a:prstGeom>
          <a:solidFill>
            <a:srgbClr val="8A1538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945368" y="1947672"/>
            <a:ext cx="128016" cy="128016"/>
          </a:xfrm>
          <a:prstGeom prst="ellipse">
            <a:avLst/>
          </a:prstGeom>
          <a:solidFill>
            <a:srgbClr val="7B5B45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146536" y="1947672"/>
            <a:ext cx="128016" cy="128016"/>
          </a:xfrm>
          <a:prstGeom prst="ellipse">
            <a:avLst/>
          </a:prstGeom>
          <a:solidFill>
            <a:srgbClr val="D4AF62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080760" y="23317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MealPlanner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days = {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"Tue"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"Wed"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"Thu"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"Fri"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"Sat"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"Sun"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meals = {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"Rice"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"Pasta"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"Salad"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"Soup"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"Curry"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"Wrap"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"Dosa"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showPlan(days, meals);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showPlan(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d,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m) {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0; i &lt; d.length; i++)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System.out.println(d[i] + </a:t>
            </a:r>
            <a:r>
              <a:rPr lang="en-US" sz="12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- "</a:t>
            </a: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m[i]);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19072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4  ·  OOP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Classes, Objects and Encapsulation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class is a blueprint for creating objects. A Meal object stores one meal name. A constructor sets the name when the object is created. Encapsulation keeps the name private and lets us read it using a getter method.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77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meal details organized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code easier to reuse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from direct changes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4937760" cy="114300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54864" cy="114300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5102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949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 breakfast = new Meal("Idli");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Meal: Idli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5715000" cy="4297680"/>
          </a:xfrm>
          <a:prstGeom prst="rect">
            <a:avLst/>
          </a:prstGeom>
          <a:solidFill>
            <a:srgbClr val="170A14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52160" y="1828800"/>
            <a:ext cx="5715000" cy="365760"/>
          </a:xfrm>
          <a:prstGeom prst="rect">
            <a:avLst/>
          </a:prstGeom>
          <a:solidFill>
            <a:srgbClr val="66023C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035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744200" y="1947672"/>
            <a:ext cx="128016" cy="128016"/>
          </a:xfrm>
          <a:prstGeom prst="ellipse">
            <a:avLst/>
          </a:prstGeom>
          <a:solidFill>
            <a:srgbClr val="8A1538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45368" y="1947672"/>
            <a:ext cx="128016" cy="128016"/>
          </a:xfrm>
          <a:prstGeom prst="ellipse">
            <a:avLst/>
          </a:prstGeom>
          <a:solidFill>
            <a:srgbClr val="7B5B45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146536" y="1947672"/>
            <a:ext cx="128016" cy="128016"/>
          </a:xfrm>
          <a:prstGeom prst="ellipse">
            <a:avLst/>
          </a:prstGeom>
          <a:solidFill>
            <a:srgbClr val="D4AF62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080760" y="23317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Meal {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Meal(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name) {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getName() {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MealPlanner {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{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Meal breakfast = </a:t>
            </a: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Meal(</a:t>
            </a:r>
            <a:r>
              <a:rPr lang="en-US" sz="11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"Idli"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</a:t>
            </a:r>
            <a:r>
              <a:rPr lang="en-US" sz="11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"Meal: "</a:t>
            </a: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breakfast.getName());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665476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2665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5  ·  TEXT &amp; FILES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Handling to Build the 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CO5 applies text processing and file handling to generate a reliable grocery list.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meal ingredient records from a file.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line into ingredient names.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spaces and ignore blank values.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repeated ingredients in a sorted map.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final list to grocery.txt.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2423160" cy="150876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54864" cy="150876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MEALS.TXT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292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Rice, Tomato, Salt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Rice, Onion, Salt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4663440"/>
            <a:ext cx="2423160" cy="150876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4663440"/>
            <a:ext cx="54864" cy="150876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37560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GROCERY.TXT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50292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Onion: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Rice: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Salt: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Tomato: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828800"/>
            <a:ext cx="5715000" cy="4297680"/>
          </a:xfrm>
          <a:prstGeom prst="rect">
            <a:avLst/>
          </a:prstGeom>
          <a:solidFill>
            <a:srgbClr val="170A14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52160" y="1828800"/>
            <a:ext cx="5715000" cy="365760"/>
          </a:xfrm>
          <a:prstGeom prst="rect">
            <a:avLst/>
          </a:prstGeom>
          <a:solidFill>
            <a:srgbClr val="66023C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035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44200" y="1947672"/>
            <a:ext cx="128016" cy="128016"/>
          </a:xfrm>
          <a:prstGeom prst="ellipse">
            <a:avLst/>
          </a:prstGeom>
          <a:solidFill>
            <a:srgbClr val="8A1538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45368" y="1947672"/>
            <a:ext cx="128016" cy="128016"/>
          </a:xfrm>
          <a:prstGeom prst="ellipse">
            <a:avLst/>
          </a:prstGeom>
          <a:solidFill>
            <a:srgbClr val="7B5B45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146536" y="1947672"/>
            <a:ext cx="128016" cy="128016"/>
          </a:xfrm>
          <a:prstGeom prst="ellipse">
            <a:avLst/>
          </a:prstGeom>
          <a:solidFill>
            <a:srgbClr val="D4AF62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080760" y="23317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java.nio.file.*;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java.util.*;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java.io.IOException;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GroceryGenerator {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IOException {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 =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</a:t>
            </a:r>
            <a:r>
              <a:rPr lang="en-US" sz="9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"meals.txt"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 =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</a:t>
            </a:r>
            <a:r>
              <a:rPr lang="en-US" sz="9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"grocery.txt"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Integer&gt; grocery =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TreeMap&lt;&gt;();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 : Files.readAllLines(input)) {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(line.isBlank())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: line.split(</a:t>
            </a:r>
            <a:r>
              <a:rPr lang="en-US" sz="9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item.trim();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(!name.isEmpty())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grocery.merge(name, 1, Integer::sum);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StringBuilder list = </a:t>
            </a:r>
            <a:r>
              <a:rPr lang="en-US" sz="9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StringBuilder();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grocery.forEach((name, count) -&gt;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list.append(name).append(</a:t>
            </a:r>
            <a:r>
              <a:rPr lang="en-US" sz="9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.append(count).append(</a:t>
            </a:r>
            <a:r>
              <a:rPr lang="en-US" sz="9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Files.writeString(output, list.toString());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</a:t>
            </a:r>
            <a:r>
              <a:rPr lang="en-US" sz="9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"Grocery list saved!"</a:t>
            </a: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611880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6  ·  COLLECTIONS &amp; STREAMS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Ingredients with Streams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CO6 collections and streams help organize meal and ingredient data.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stores the seven daily meal choices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removes duplicate ingredient names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counts each ingredient across selected meals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400" b="1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filter, transform and summarize the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4937760" cy="128016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54864" cy="128016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5010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MEALS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03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Rice, Tomato, Salt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Tuesday: Rice, Onion, Salt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Rice and Salt are counted twice.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1828800"/>
            <a:ext cx="5715000" cy="4297680"/>
          </a:xfrm>
          <a:prstGeom prst="rect">
            <a:avLst/>
          </a:prstGeom>
          <a:solidFill>
            <a:srgbClr val="170A14"/>
          </a:solidFill>
          <a:ln w="952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5715000" cy="365760"/>
          </a:xfrm>
          <a:prstGeom prst="rect">
            <a:avLst/>
          </a:prstGeom>
          <a:solidFill>
            <a:srgbClr val="66023C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44200" y="1947672"/>
            <a:ext cx="128016" cy="128016"/>
          </a:xfrm>
          <a:prstGeom prst="ellipse">
            <a:avLst/>
          </a:prstGeom>
          <a:solidFill>
            <a:srgbClr val="8A1538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45368" y="1947672"/>
            <a:ext cx="128016" cy="128016"/>
          </a:xfrm>
          <a:prstGeom prst="ellipse">
            <a:avLst/>
          </a:prstGeom>
          <a:solidFill>
            <a:srgbClr val="7B5B45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46536" y="1947672"/>
            <a:ext cx="128016" cy="128016"/>
          </a:xfrm>
          <a:prstGeom prst="ellipse">
            <a:avLst/>
          </a:prstGeom>
          <a:solidFill>
            <a:srgbClr val="D4AF62"/>
          </a:solidFill>
          <a:ln w="3175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080760" y="23317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java.util.*;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java.util.stream.*;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WeeklyGrocery {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{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meals = 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"Rice, Tomato, Salt"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"Rice, Onion, Salt"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"Pasta, Tomato"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Long&gt; grocery = meals.stream()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.flatMap(line -&gt; Arrays.stream(line.split(</a:t>
            </a:r>
            <a:r>
              <a:rPr lang="en-US" sz="10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.map(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::trim)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.filter(item -&gt; !item.isEmpty())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.collect(Collectors.groupingBy(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 -&gt; item,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TreeMap::</a:t>
            </a:r>
            <a:r>
              <a:rPr lang="en-US" sz="10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Collectors.counting()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));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grocery.forEach((item, count) -&gt;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System.out.println(item + </a:t>
            </a:r>
            <a:r>
              <a:rPr lang="en-US" sz="1000" dirty="0">
                <a:solidFill>
                  <a:srgbClr val="E6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count));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1E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08760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provides a simple way to plan meals for Monday to Sunday and generate a combined grocery list.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select meals for each day and the program collects their ingredients.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arrays, classes and objects keep the weekly plan structured.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such as List, Set and Map store meal data, remove duplicates and count ingredients.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 text processing and file handling can validate ingredient names and save the shopping list.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 collections, lambdas and streams help filter, sort and summarize data.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212080" cy="3200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02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Used in this project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0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</a:rPr>
                        <a:t>CO1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E7D0"/>
                          </a:solidFill>
                        </a:rPr>
                        <a:t>Variables, data types, operators, Scanner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</a:rPr>
                        <a:t>CO2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E7D0"/>
                          </a:solidFill>
                        </a:rPr>
                        <a:t>if-else, loops, continue, break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</a:rPr>
                        <a:t>CO3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E7D0"/>
                          </a:solidFill>
                        </a:rPr>
                        <a:t>Arrays and methods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</a:rPr>
                        <a:t>CO4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E7D0"/>
                          </a:solidFill>
                        </a:rPr>
                        <a:t>Classes, objects, encapsulation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</a:rPr>
                        <a:t>CO5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E7D0"/>
                          </a:solidFill>
                        </a:rPr>
                        <a:t>Text processing and file handling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62"/>
                          </a:solidFill>
                        </a:rPr>
                        <a:t>CO6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E7D0"/>
                          </a:solidFill>
                        </a:rPr>
                        <a:t>Collections, lambdas and streams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8A1538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 </a:t>
            </a:r>
            <a:r>
              <a:rPr lang="en-US" sz="1500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weekly plan and an organized grocery list that saves time, reduces forgotten items and limits food waste.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4228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824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Shots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74720" cy="3566160"/>
          </a:xfrm>
          <a:prstGeom prst="rect">
            <a:avLst/>
          </a:prstGeom>
          <a:solidFill>
            <a:srgbClr val="170A14"/>
          </a:solidFill>
          <a:ln w="12700">
            <a:solidFill>
              <a:srgbClr val="D4AF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screenshot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SELECTION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74720" cy="3566160"/>
          </a:xfrm>
          <a:prstGeom prst="rect">
            <a:avLst/>
          </a:prstGeom>
          <a:solidFill>
            <a:srgbClr val="170A14"/>
          </a:solidFill>
          <a:ln w="12700">
            <a:solidFill>
              <a:srgbClr val="D4AF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4340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screenshot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COLLECTION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874520"/>
            <a:ext cx="3474720" cy="3566160"/>
          </a:xfrm>
          <a:prstGeom prst="rect">
            <a:avLst/>
          </a:prstGeom>
          <a:solidFill>
            <a:srgbClr val="170A14"/>
          </a:solidFill>
          <a:ln w="12700">
            <a:solidFill>
              <a:srgbClr val="D4AF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04672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screenshot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GROCERY LIST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7" name="Picture 16" descr="A visual representation of a shopping list for a gourmet meal, including various ingredients like cayenne pepper, cooked bacon, lettuce, mayonnaise, salmon fillets, tomatoes, avocado, eggs, and spices, with an option to add more items or exit.&#10;&#10;AI-generated content may be incorrect.">
            <a:extLst>
              <a:ext uri="{FF2B5EF4-FFF2-40B4-BE49-F238E27FC236}">
                <a16:creationId xmlns:a16="http://schemas.microsoft.com/office/drawing/2014/main" id="{D5D701E5-3BE9-926F-9363-AB8FA1B83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38" y="1908370"/>
            <a:ext cx="3468762" cy="3498460"/>
          </a:xfrm>
          <a:prstGeom prst="rect">
            <a:avLst/>
          </a:prstGeom>
        </p:spPr>
      </p:pic>
      <p:pic>
        <p:nvPicPr>
          <p:cNvPr id="19" name="Picture 18" descr="The text appears to be a list of various categories of items, possibly for a grocete or shopping list, including categories such as baby supplies, food, household items, and cleaning products.&#10;&#10;AI-generated content may be incorrect.">
            <a:extLst>
              <a:ext uri="{FF2B5EF4-FFF2-40B4-BE49-F238E27FC236}">
                <a16:creationId xmlns:a16="http://schemas.microsoft.com/office/drawing/2014/main" id="{D58E4A8E-F2A8-6AA4-2E7A-FE197CCF9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361" y="1874520"/>
            <a:ext cx="3455759" cy="3566160"/>
          </a:xfrm>
          <a:prstGeom prst="rect">
            <a:avLst/>
          </a:prstGeom>
        </p:spPr>
      </p:pic>
      <p:pic>
        <p:nvPicPr>
          <p:cNvPr id="21" name="Picture 20" descr="A planner listing ingredients for a recipe that includes smoked salmon, avocado, and various seasonings.&#10;&#10;AI-generated content may be incorrect.">
            <a:extLst>
              <a:ext uri="{FF2B5EF4-FFF2-40B4-BE49-F238E27FC236}">
                <a16:creationId xmlns:a16="http://schemas.microsoft.com/office/drawing/2014/main" id="{F1AB029D-F2F6-BDA0-0743-3F6F4BC66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1240" y="1908370"/>
            <a:ext cx="3474721" cy="35323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08760" cy="274320"/>
          </a:xfrm>
          <a:prstGeom prst="rect">
            <a:avLst/>
          </a:prstGeom>
          <a:solidFill>
            <a:srgbClr val="8A1538"/>
          </a:solidFill>
          <a:ln w="63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 Tag Photo &amp; GitHub Link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881360" cy="0"/>
          </a:xfrm>
          <a:prstGeom prst="line">
            <a:avLst/>
          </a:prstGeom>
          <a:noFill/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188720" cy="0"/>
          </a:xfrm>
          <a:prstGeom prst="line">
            <a:avLst/>
          </a:prstGeom>
          <a:noFill/>
          <a:ln w="3175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669280" cy="4206240"/>
          </a:xfrm>
          <a:prstGeom prst="rect">
            <a:avLst/>
          </a:prstGeom>
          <a:solidFill>
            <a:srgbClr val="170A14"/>
          </a:solidFill>
          <a:ln w="12700">
            <a:solidFill>
              <a:srgbClr val="D4AF6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geo-tag photo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1874520"/>
            <a:ext cx="4937760" cy="1737360"/>
          </a:xfrm>
          <a:prstGeom prst="rect">
            <a:avLst/>
          </a:prstGeom>
          <a:solidFill>
            <a:srgbClr val="341829"/>
          </a:solidFill>
          <a:ln w="9525">
            <a:solidFill>
              <a:srgbClr val="7B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874520"/>
            <a:ext cx="54864" cy="1737360"/>
          </a:xfrm>
          <a:prstGeom prst="rect">
            <a:avLst/>
          </a:prstGeom>
          <a:solidFill>
            <a:srgbClr val="D4AF62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12280" y="2011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468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D4A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https://github.com/chavayashas-alt/KLH_2026-27_T1_PSPJ_mealplanner/security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3794760"/>
            <a:ext cx="4937760" cy="2286000"/>
          </a:xfrm>
          <a:prstGeom prst="rect">
            <a:avLst/>
          </a:prstGeom>
          <a:solidFill>
            <a:srgbClr val="66023C"/>
          </a:solidFill>
          <a:ln w="12700">
            <a:solidFill>
              <a:srgbClr val="D4A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83680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dirty="0">
                <a:solidFill>
                  <a:srgbClr val="D4A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1E7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Meal Planner &amp; Grocery Generator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1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F62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yal Archive of Code">
  <a:themeElements>
    <a:clrScheme name="Royal Archive of Code">
      <a:dk1>
        <a:srgbClr val="24101F"/>
      </a:dk1>
      <a:lt1>
        <a:srgbClr val="F1E7D0"/>
      </a:lt1>
      <a:dk2>
        <a:srgbClr val="66023C"/>
      </a:dk2>
      <a:lt2>
        <a:srgbClr val="7B5B45"/>
      </a:lt2>
      <a:accent1>
        <a:srgbClr val="D4AF62"/>
      </a:accent1>
      <a:accent2>
        <a:srgbClr val="8A1538"/>
      </a:accent2>
      <a:accent3>
        <a:srgbClr val="7B5B45"/>
      </a:accent3>
      <a:accent4>
        <a:srgbClr val="66023C"/>
      </a:accent4>
      <a:accent5>
        <a:srgbClr val="F1E7D0"/>
      </a:accent5>
      <a:accent6>
        <a:srgbClr val="24101F"/>
      </a:accent6>
      <a:hlink>
        <a:srgbClr val="D4AF62"/>
      </a:hlink>
      <a:folHlink>
        <a:srgbClr val="7B5B45"/>
      </a:folHlink>
    </a:clrScheme>
    <a:fontScheme name="Royal Archive of Cod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1651</Words>
  <Application>Microsoft Office PowerPoint</Application>
  <PresentationFormat>Widescreen</PresentationFormat>
  <Paragraphs>295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Royal Archive of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Meal Planner &amp; Grocery Generator</dc:title>
  <dc:subject>PptxGenJS Presentation</dc:subject>
  <dc:creator>PptxGenJS</dc:creator>
  <cp:lastModifiedBy>Vishruth Mendu</cp:lastModifiedBy>
  <cp:revision>4</cp:revision>
  <dcterms:created xsi:type="dcterms:W3CDTF">2026-10-16T04:48:56Z</dcterms:created>
  <dcterms:modified xsi:type="dcterms:W3CDTF">2026-10-16T05:15:39Z</dcterms:modified>
</cp:coreProperties>
</file>